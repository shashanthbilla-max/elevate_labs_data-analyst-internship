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63A7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8205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APPOINTMENT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No-Show Prediction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Analytics, Power BI Dashboards &amp; Machine Learning Project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medical appointments cost healthcare systems time, money, and clinical capacity. This project analyzes 110,527 real-world appointment records to understand why patients miss appointments, and builds tools to predict and prevent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697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demographics, behavior &amp; scheduling patterns driving no-shows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566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Power BI dashboards for ops &amp; executive teams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434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754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Decision Tree classifier to flag at-risk appointments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303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insights into actionable retention strategies</a:t>
            </a:r>
            <a:endParaRPr lang="en-US" sz="1100" dirty="0"/>
          </a:p>
        </p:txBody>
      </p:sp>
      <p:pic>
        <p:nvPicPr>
          <p:cNvPr id="20" name="Image 0" descr="/home/claude/proj/images/dash_execu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990702"/>
            <a:ext cx="5394960" cy="1699556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pic>
      <p:sp>
        <p:nvSpPr>
          <p:cNvPr id="21" name="Text 18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No-Show Prediction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110,527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Appointments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88,208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3756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Attended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22,319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Patients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1540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20.19%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91540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6675120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/ 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demographics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Neighbourhood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of facility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Welfare program enrollment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Hipertension / Diabetes / Alcoholism / Handcap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health condition flags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SMS_received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reminder SMS was 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WaitingDays (engineered)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between booking and appointment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No-show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0 = Attended, 1 = Missed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6675120" cy="41148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pic>
        <p:nvPicPr>
          <p:cNvPr id="17" name="Image 0" descr="/home/claude/proj/images/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971800"/>
            <a:ext cx="3937707" cy="32918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No-Show Prediction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AFAFC"/>
          </a:solidFill>
          <a:ln w="9525">
            <a:solidFill>
              <a:srgbClr val="E5E5EC"/>
            </a:solidFill>
            <a:prstDash val="solid"/>
          </a:ln>
        </p:spPr>
      </p:sp>
      <p:pic>
        <p:nvPicPr>
          <p:cNvPr id="4" name="Image 0" descr="/home/claude/proj/images/age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847" y="1280160"/>
            <a:ext cx="3570825" cy="1965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246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263640" y="123444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AFAFC"/>
          </a:solidFill>
          <a:ln w="9525">
            <a:solidFill>
              <a:srgbClr val="E5E5EC"/>
            </a:solidFill>
            <a:prstDash val="solid"/>
          </a:ln>
        </p:spPr>
      </p:sp>
      <p:pic>
        <p:nvPicPr>
          <p:cNvPr id="7" name="Image 1" descr="/home/claude/proj/images/gender_d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417" y="1280160"/>
            <a:ext cx="2351686" cy="1965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3246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37947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AFAFC"/>
          </a:solidFill>
          <a:ln w="9525">
            <a:solidFill>
              <a:srgbClr val="E5E5EC"/>
            </a:solidFill>
            <a:prstDash val="solid"/>
          </a:ln>
        </p:spPr>
      </p:sp>
      <p:pic>
        <p:nvPicPr>
          <p:cNvPr id="10" name="Image 2" descr="/home/claude/proj/images/sms_nosh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404" y="3840480"/>
            <a:ext cx="2543712" cy="19659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58064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vs No-Show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6263640" y="37947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AFAFC"/>
          </a:solidFill>
          <a:ln w="9525">
            <a:solidFill>
              <a:srgbClr val="E5E5EC"/>
            </a:solidFill>
            <a:prstDash val="solid"/>
          </a:ln>
        </p:spPr>
      </p:sp>
      <p:pic>
        <p:nvPicPr>
          <p:cNvPr id="13" name="Image 3" descr="/home/claude/proj/images/weekday_nosh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121" y="3840480"/>
            <a:ext cx="3390278" cy="19659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3640" y="58064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No-Show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No-Show Prediction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Executive Dashboard</a:t>
            </a:r>
            <a:endParaRPr lang="en-US" sz="3000" dirty="0"/>
          </a:p>
        </p:txBody>
      </p:sp>
      <p:pic>
        <p:nvPicPr>
          <p:cNvPr id="3" name="Image 0" descr="/home/claude/proj/images/dash_execu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2189155"/>
            <a:ext cx="11064240" cy="3485531"/>
          </a:xfrm>
          <a:prstGeom prst="rect">
            <a:avLst/>
          </a:prstGeom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appointments, attendance rate, and breakdowns by gender &amp; scholarship at a glance.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No-Show Prediction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Appointment Analysis Dashboard</a:t>
            </a:r>
            <a:endParaRPr lang="en-US" sz="3000" dirty="0"/>
          </a:p>
        </p:txBody>
      </p:sp>
      <p:pic>
        <p:nvPicPr>
          <p:cNvPr id="3" name="Image 0" descr="/home/claude/proj/images/dash_appoint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2228432"/>
            <a:ext cx="11064240" cy="3406976"/>
          </a:xfrm>
          <a:prstGeom prst="rect">
            <a:avLst/>
          </a:prstGeom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Scholarship, SMS reminders, top neighbourhoods, and monthly appointment volume trends.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No-Show Prediction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Health Condition Analysis Dashboard</a:t>
            </a:r>
            <a:endParaRPr lang="en-US" sz="3000" dirty="0"/>
          </a:p>
        </p:txBody>
      </p:sp>
      <p:pic>
        <p:nvPicPr>
          <p:cNvPr id="3" name="Image 0" descr="/home/claude/proj/images/dash_heal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2144101"/>
            <a:ext cx="11064240" cy="3575639"/>
          </a:xfrm>
          <a:prstGeom prst="rect">
            <a:avLst/>
          </a:prstGeom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behavior segmented by hypertension, diabetes, alcoholism, handicap level &amp; gender.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No-Show Prediction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17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all appointments are no-shows — a real capacity gap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patients drive ~2x the appointment volume of male patients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patient age 37 — working-age-dominant base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7720" y="1417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Analysis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17720" y="210312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peaks in May (~81K) vs April (~3K) — seasonal staffing signal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Jardim Camburi alone drives 7K+ appointments — top target neighbourhood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reminders sent broadly, but no-shows persist — timing matters more than presence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58200" y="1417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Condition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58200" y="210312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Handicap level 4 patients show the highest no-show rate (33.3%)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rises steadily with handicap severity (20% → 33%)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conditions show only modest influence vs scheduling factors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operational factors (waiting time, neighbourhood, month) outweigh demographic and clinical factors — pointing to long-wait bookings, high handicap-severity patients, and top-volume neighbourhoods as the highest-impact intervention targets.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No-Show Prediction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8076" y="14630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08076" y="1463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19756" y="196596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48356" y="14630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64B9A"/>
          </a:solidFill>
          <a:ln/>
        </p:spPr>
      </p:sp>
      <p:sp>
        <p:nvSpPr>
          <p:cNvPr id="7" name="Text 5"/>
          <p:cNvSpPr/>
          <p:nvPr/>
        </p:nvSpPr>
        <p:spPr>
          <a:xfrm>
            <a:off x="2848356" y="1463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60036" y="196596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88636" y="14630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88636" y="1463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00316" y="196596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28916" y="14630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364B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28916" y="1463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40596" y="196596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69196" y="14630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569196" y="1463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 Used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WaitingDays — days between booking and appointment (dominant predictor)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Neighbourhood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and Month of appointment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SMS_received, Scholarship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Hipertension, Diabetes, Alcoholism, Handcap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Decision Tree Classifier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29184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was chosen for its interpretability, allowing clear identification of the rules driving no-show predictions. The model was evaluated using accuracy, precision, recall, F1-score, AUC, and 5-fold cross-validation to ensure robustness.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No-Show Prediction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F2F4F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79.79%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880360" y="128016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F2F4F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1325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8036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F2F4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79.60%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 Accuracy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80360" y="219456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F2F4FA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35.29%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8036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(No-show)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F2F4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(No-show)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80360" y="310896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F2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88036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(No-show)</a:t>
            </a:r>
            <a:endParaRPr lang="en-US" sz="950" dirty="0"/>
          </a:p>
        </p:txBody>
      </p:sp>
      <p:pic>
        <p:nvPicPr>
          <p:cNvPr id="21" name="Image 0" descr="/home/claude/proj/image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0"/>
            <a:ext cx="2847975" cy="2377440"/>
          </a:xfrm>
          <a:prstGeom prst="rect">
            <a:avLst/>
          </a:prstGeom>
        </p:spPr>
      </p:pic>
      <p:pic>
        <p:nvPicPr>
          <p:cNvPr id="22" name="Image 1" descr="/home/claude/proj/images/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480560" cy="44805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029200" y="512064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overall accuracy is driven by class imbalance (~80% attended). The model rarely flags true no-shows (recall 0.13%), despite moderate AUC of 0.72 — indicating room for improvement via class-balancing techniques.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No-Show Prediction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</a:t>
            </a:r>
            <a:endParaRPr lang="en-US" sz="3000" dirty="0"/>
          </a:p>
        </p:txBody>
      </p:sp>
      <p:pic>
        <p:nvPicPr>
          <p:cNvPr id="3" name="Image 0" descr="/home/claude/proj/image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73392"/>
            <a:ext cx="6766560" cy="3717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Predictors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80960" y="182880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WaitingDays — importance ≈ 0.80, by far the dominant factor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— importance ≈ 0.14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SMS_received — importance ≈ 0.03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Neighbourhood, Gender, Weekday — minor contributors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conditions (Hypertension, Diabetes, Handcap) contribute negligibly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No-Show Prediction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the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SMOTE, class-weighting, or ensemble methods (Random Forest, XGBoost) to improve no-show recall.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508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Long Waits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overbooking or stand-by lists for appointments with high WaitingDays.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2801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508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103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Reminders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468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multi-stage reminders (48h + 2h) rather than a single SMS, especially for advance bookings.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Younger Adults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9834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confirmation calls or incentives for age groups showing elevated no-show rates.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17720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49834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WaitingDays-based risk scores to staff at the point of booking.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4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5820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58200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Continuously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58200" y="49834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no-show trends monthly via the Power BI dashboards to measure intervention impact.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No-Show Prediction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63A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an end-to-end healthcare analytics workflow — from data cleaning and EDA, through interactive Power BI dashboards, to a predictive Decision Tree model. WaitingDays emerged as the single strongest driver of no-shows, far outweighing demographic or health factors. While overall model accuracy is strong (79.8%), low recall on the no-show class highlights a clear next step: addressing class imbalance to build models that proactively flag at-risk appointments and help providers use clinical capacity more efficiently.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79.8%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4572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74904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4572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20.2%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67512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9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Appointment No-Show Prediction</dc:title>
  <dc:subject>PptxGenJS Presentation</dc:subject>
  <dc:creator>Healthcare Analytics Team</dc:creator>
  <cp:lastModifiedBy>Healthcare Analytics Team</cp:lastModifiedBy>
  <cp:revision>1</cp:revision>
  <dcterms:created xsi:type="dcterms:W3CDTF">2026-06-30T13:05:05Z</dcterms:created>
  <dcterms:modified xsi:type="dcterms:W3CDTF">2026-06-30T13:05:05Z</dcterms:modified>
</cp:coreProperties>
</file>