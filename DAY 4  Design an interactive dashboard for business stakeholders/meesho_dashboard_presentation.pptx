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13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Meesho</a:t>
            </a:r>
            <a:r>
              <a:rPr dirty="0"/>
              <a:t> Orders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Interactive Business Dashboard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                 </a:t>
            </a:r>
            <a:r>
              <a:rPr dirty="0" smtClean="0"/>
              <a:t>Dashboard </a:t>
            </a:r>
            <a:r>
              <a:rPr dirty="0"/>
              <a:t>Overview</a:t>
            </a:r>
          </a:p>
        </p:txBody>
      </p:sp>
      <p:pic>
        <p:nvPicPr>
          <p:cNvPr id="3" name="Picture 2" descr="Screenshot 2026-06-04 1908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7"/>
            <a:ext cx="10797665" cy="59932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• Total Revenue reached 187K</a:t>
            </a:r>
          </a:p>
          <a:p>
            <a:r>
              <a:t>• Total Orders completed: 138</a:t>
            </a:r>
          </a:p>
          <a:p>
            <a:r>
              <a:t>• Delivered orders dominate overall performance</a:t>
            </a:r>
          </a:p>
          <a:p>
            <a:r>
              <a:t>• Revenue varies significantly across states</a:t>
            </a:r>
          </a:p>
          <a:p>
            <a:r>
              <a:t>• State-wise revenue analysis highlights top-performing regions</a:t>
            </a:r>
          </a:p>
          <a:p>
            <a:r>
              <a:t>• Daily revenue trends reveal operational fluctuations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KPI cards for quick executive overview</a:t>
            </a:r>
          </a:p>
          <a:p>
            <a:r>
              <a:t>• Interactive slicers and filters</a:t>
            </a:r>
          </a:p>
          <a:p>
            <a:r>
              <a:t>• Revenue trend analysis</a:t>
            </a:r>
          </a:p>
          <a:p>
            <a:r>
              <a:t>• Order status tracking</a:t>
            </a:r>
          </a:p>
          <a:p>
            <a:r>
              <a:t>• Geographic state-wise revenue visualization</a:t>
            </a:r>
          </a:p>
          <a:p>
            <a:r>
              <a:t>• Dynamic date filtering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Improve shipping efficiency</a:t>
            </a:r>
          </a:p>
          <a:p>
            <a:r>
              <a:t>• Reduce cancellations and returns</a:t>
            </a:r>
          </a:p>
          <a:p>
            <a:r>
              <a:t>• Expand focus on high-performing states</a:t>
            </a:r>
          </a:p>
          <a:p>
            <a:r>
              <a:t>• Monitor daily revenue patterns</a:t>
            </a:r>
          </a:p>
          <a:p>
            <a:r>
              <a:t>• Optimize operational costs for profitability</a:t>
            </a:r>
          </a:p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</Words>
  <Application>Microsoft Office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Meesho Orders Dashboard</vt:lpstr>
      <vt:lpstr>                    Dashboard Overview</vt:lpstr>
      <vt:lpstr>Key Insights</vt:lpstr>
      <vt:lpstr>Dashboard Features</vt:lpstr>
      <vt:lpstr>Business Recommendations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Meesho Orders Dashboard</dc:title>
  <dc:subject/>
  <dc:creator/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2026-06-04T13:41:14Z</dcterms:modified>
  <cp:category/>
</cp:coreProperties>
</file>